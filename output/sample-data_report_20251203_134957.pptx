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Revenue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</a:defRPr>
            </a:pPr>
            <a:r>
              <a:t>Business Performance Analysis &amp; 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Generated on December 03, 2025 | Data Period: Nov 2025 - 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Comprehensive analysis of 9 key performance indicators reveals significant business insights with both growth opportunities and operational challenges. Strategic focus on high-performing areas combined with targeted improvement initiatives for underperforming segments will drive enhanced business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Average Revenue...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3.1K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Average Custome...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Average Orders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Row Count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Column Count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Data Completeness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100.0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Performance Trends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Trend analysis showing performance patterns over time with key inflection points highlighted.</a:t>
            </a:r>
          </a:p>
        </p:txBody>
      </p:sp>
      <p:pic>
        <p:nvPicPr>
          <p:cNvPr id="4" name="Picture 3" descr="generic_tabular_20251203_134958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5B6"/>
                </a:solidFill>
              </a:defRPr>
            </a:pPr>
            <a:r>
              <a:t>Key Business Insights: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Business data analysis reveals multiple performance indicators across key operational areas.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Current metrics demonstrate measurable business activity with identifiable patterns and trends.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Performance indicators show varied results across different business segments requiring strategic focus.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>
                <a:solidFill>
                  <a:srgbClr val="2E75B6"/>
                </a:solidFill>
              </a:defRPr>
            </a:pPr>
            <a:r>
              <a:t>Strategic Recommendations: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Implement comprehensive performance monitoring systems to track key business indicators in real-time.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Develop targeted strategies to capitalize on high-performing areas while addressing underperforming segments.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Establish regular review cycles to assess progress against business objectives and adjust tactics accordingly.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 &amp;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Action Items for Next Quarter: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Implement comprehensive performance monitoring systems to track key business indicators in real-time.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Develop targeted strategies to capitalize on high-performing areas while addressing underperforming segments.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Establish regular review cycles to assess progress against business objectives and adjust tactics accordingly.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