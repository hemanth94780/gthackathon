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Revenue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This analysis highlights a robust sales performance, achieving a total revenue of $334,035.0 from 30 sales records, fundamentally driven by an impressive average order value of $11,134.5. The primary business opportunity lies in strategically expanding upon this high-value transaction model through targeted customer retention programs and the introduction of new premium offerings. While the consistent acquisition of high-value deals is the main performance driver, a key challenge will be to continuously scale this high average order value without compromising profitability or diluting the brand's premium perception in new markets..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Row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Column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Order V...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11,134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Data Completeness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sales_data_20251203_13544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Comprehensive metrics overview displaying relationships between key performance indicators.</a:t>
            </a:r>
          </a:p>
        </p:txBody>
      </p:sp>
      <p:pic>
        <p:nvPicPr>
          <p:cNvPr id="4" name="Picture 3" descr="sales_data_20251203_13544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Analysis Chart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Data visualization and analysis.</a:t>
            </a:r>
          </a:p>
        </p:txBody>
      </p:sp>
      <p:pic>
        <p:nvPicPr>
          <p:cNvPr id="4" name="Picture 3" descr="sales_data_20251203_135440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The business has generated a substantial total revenue of $334,035.0 from 30 sales records, demonstrating strong overall sales performance within the analyzed period.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**Enhance Customer Retention:** Invest in sophisticated customer relationship management (CRM) initiatives specifically targeting existing high-value clients to encourage repeat purchases and maximize their lifetime value, leveraging the proven capability to secure significant transactions.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**Explore Premium Offerings:** Capitalize on the established high average order value by exploring new premium market segments or developing complementary high-value product and service lines, aligning with the business's demonstrated success in selling high-ticket items.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**Optimize Sales Funnel for Large Deals:** Conduct a thorough analysis of the sales pipeline for high-value transactions to identify and eliminate potential bottlenecks, thereby optimizing conversion rates and further enhancing efficiency in securing major deals.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**Enhance Customer Retention:** Invest in sophisticated customer relationship management (CRM) initiatives specifically targeting existing high-value clients to encourage repeat purchases and maximize their lifetime value, leveraging the proven capability to secure significant transactions.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**Explore Premium Offerings:** Capitalize on the established high average order value by exploring new premium market segments or developing complementary high-value product and service lines, aligning with the business's demonstrated success in selling high-ticket items.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**Optimize Sales Funnel for Large Deals:** Conduct a thorough analysis of the sales pipeline for high-value transactions to identify and eliminate potential bottlenecks, thereby optimizing conversion rates and further enhancing efficiency in securing major deals.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