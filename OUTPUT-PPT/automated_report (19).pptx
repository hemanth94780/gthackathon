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Revenue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Business Performance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Generated on December 03, 2025 | Data Period: Jan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Comprehensive analysis of 9 key performance indicators reveals significant business insights with both growth opportunities and operational challenges. Strategic focus on high-performing areas combined with targeted improvement initiatives for underperforming segments will drive enhanced business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Totalal...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334.0K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Totalal...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11.1K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Sales G...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Orders Growth Rate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-40.0%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Order V...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Orders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4.9K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Performance Trends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Trend analysis showing performance patterns over time with key inflection points highlighted.</a:t>
            </a:r>
          </a:p>
        </p:txBody>
      </p:sp>
      <p:pic>
        <p:nvPicPr>
          <p:cNvPr id="4" name="Picture 3" descr="trend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Comprehensive metrics overview displaying relationships between key performance indicators.</a:t>
            </a:r>
          </a:p>
        </p:txBody>
      </p:sp>
      <p:pic>
        <p:nvPicPr>
          <p:cNvPr id="4" name="Picture 3" descr="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Key Business Insights: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Current total total sales stands at 334,035, representing a significant business metric that impacts overall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Current avg total sales stands at 11,134, representing a significant business metric that impacts overall performance.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Declining total sales growth rate at -22.6% requires immediate attention to prevent further performance deterioration.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2E75B6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Action Items for Next Quarter: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