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Revenue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CF0"/>
                </a:solidFill>
              </a:defRPr>
            </a:pPr>
            <a:r>
              <a:t>Business Performance Analysis &amp; Strategic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C8DC"/>
                </a:solidFill>
              </a:defRPr>
            </a:pPr>
            <a:r>
              <a:t>Generated on December 03, 2025 | Data Period: Jan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333333"/>
                </a:solidFill>
              </a:defRPr>
            </a:pPr>
            <a:r>
              <a:t>The recent period has seen a concerning decline in overall business performance, with total sales contracting by 22.56% and total orders plummeting by 40%. This severe reduction in transaction volume represents the main performance challenge and a critical risk to sustained revenue. However, a significant opportunity lies in the positive 6.87% growth in average order value, indicating that customers who are transacting are purchasing higher-value items.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Key 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Totalal Totalal...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334.0K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Average Totalal...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11.1K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Totalal Sales G...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Orders Growth Rate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-40.0%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65760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Average Order V...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6.9%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65760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Totalal Orders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4.9K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Performance Trends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Trend analysis showing performance patterns over time with key inflection points highlighted.</a:t>
            </a:r>
          </a:p>
        </p:txBody>
      </p:sp>
      <p:pic>
        <p:nvPicPr>
          <p:cNvPr id="4" name="Picture 3" descr="trend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Key Metrics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Comprehensive metrics overview displaying relationships between key performance indicators.</a:t>
            </a:r>
          </a:p>
        </p:txBody>
      </p:sp>
      <p:pic>
        <p:nvPicPr>
          <p:cNvPr id="4" name="Picture 3" descr="metric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Key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75B6"/>
                </a:solidFill>
              </a:defRPr>
            </a:pPr>
            <a:r>
              <a:t>Key Business Insights: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Business performance demonstrates measurable growth across key operational metrics.</a:t>
            </a:r>
          </a:p>
          <a:p>
            <a:pPr>
              <a:spcAft>
                <a:spcPts val="1200"/>
              </a:spcAft>
            </a:pPr>
          </a:p>
          <a:p>
            <a:pPr>
              <a:defRPr sz="1800" b="1">
                <a:solidFill>
                  <a:srgbClr val="2E75B6"/>
                </a:solidFill>
              </a:defRPr>
            </a:pPr>
            <a:r>
              <a:t>Strategic Recommendations: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Implement targeted marketing campaigns and customer acquisition strategies to reverse the 40% decline in total orders, focusing on re-engaging lapsed customers and attracting new ones to restore transaction volume.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Next Steps &amp; Action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Key Action Items for Next Quarter:</a:t>
            </a:r>
          </a:p>
          <a:p>
            <a:pPr algn="l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Implement targeted marketing campaigns and customer acquisition strategies to reverse the 40% decline in total orders, focusing on re-engaging lapsed customers and attracting new ones to restore transaction volume.</a:t>
            </a:r>
          </a:p>
          <a:p>
            <a:pPr algn="l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Continue monitoring business metrics for optimization opportunities</a:t>
            </a:r>
          </a:p>
          <a:p>
            <a:pPr algn="l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Continue monitoring business metrics for optimization opportunities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