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CF0"/>
                </a:solidFill>
              </a:defRPr>
            </a:pPr>
            <a:r>
              <a:t>Business Performance Analysis &amp; Strategic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C8DC"/>
                </a:solidFill>
              </a:defRPr>
            </a:pPr>
            <a:r>
              <a:t>Generated on December 03, 2025 | Data Period: Jan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600">
                <a:solidFill>
                  <a:srgbClr val="333333"/>
                </a:solidFill>
              </a:defRPr>
            </a:pPr>
            <a:r>
              <a:t>Comprehensive analysis of 7 key performance indicators reveals significant business insights with both growth opportunities and operational challenges. Strategic focus on high-performing areas combined with targeted improvement initiatives for underperforming segments will drive enhanced business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Totalal Rainfal...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Row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0" y="201168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Column Count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Data Completeness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100.0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657600"/>
            <a:ext cx="2560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E75B6"/>
                </a:solidFill>
              </a:defRPr>
            </a:pPr>
            <a:r>
              <a:t>Average Rainfal...</a:t>
            </a:r>
          </a:p>
          <a:p>
            <a:pPr>
              <a:defRPr sz="2000" b="1">
                <a:solidFill>
                  <a:srgbClr val="333333"/>
                </a:solidFill>
              </a:defRPr>
            </a:pPr>
            <a:r>
              <a:t>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Performance Trends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Trend analysis showing performance patterns over time with key inflection points highlighted.</a:t>
            </a:r>
          </a:p>
        </p:txBody>
      </p:sp>
      <p:pic>
        <p:nvPicPr>
          <p:cNvPr id="4" name="Picture 3" descr="generic_tabular_20251203_135029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2E75B6"/>
                </a:solidFill>
              </a:defRPr>
            </a:pPr>
            <a:r>
              <a:t>Key Insights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E75B6"/>
                </a:solidFill>
              </a:defRPr>
            </a:pPr>
            <a:r>
              <a:t>Key Business Insights: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Current total rainfall mm stands at 44, representing a significant business metric that impacts overall performance.</a:t>
            </a:r>
          </a:p>
          <a:p>
            <a:pPr>
              <a:spcAft>
                <a:spcPts val="1200"/>
              </a:spcAft>
            </a:pPr>
          </a:p>
          <a:p>
            <a:pPr>
              <a:defRPr sz="1800" b="1">
                <a:solidFill>
                  <a:srgbClr val="2E75B6"/>
                </a:solidFill>
              </a:defRPr>
            </a:pPr>
            <a:r>
              <a:t>Strategic Recommendations: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Next Steps &amp; Action Items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Key Action Items for Next Quarter: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Implement comprehensive performance monitoring systems to track key business indicators in real-time.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Develop targeted strategies to capitalize on high-performing areas while addressing underperforming segments.</a:t>
            </a:r>
          </a:p>
          <a:p>
            <a:pPr algn="l">
              <a:spcAft>
                <a:spcPts val="800"/>
              </a:spcAft>
              <a:defRPr sz="1600">
                <a:solidFill>
                  <a:srgbClr val="FFFFFF"/>
                </a:solidFill>
              </a:defRPr>
            </a:pPr>
            <a:r>
              <a:t>• Establish regular review cycles to assess progress against business objectives and adjust tactics accordingly.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