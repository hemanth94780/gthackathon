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Business Intelligence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DCF0"/>
                </a:solidFill>
              </a:defRPr>
            </a:pPr>
            <a:r>
              <a:t>Business Performance Analysis &amp; Strategic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C8DC"/>
                </a:solidFill>
              </a:defRPr>
            </a:pPr>
            <a:r>
              <a:t>Generated on December 03, 2025 | 33 Records Analyzed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E75B6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600">
                <a:solidFill>
                  <a:srgbClr val="333333"/>
                </a:solidFill>
              </a:defRPr>
            </a:pPr>
            <a:r>
              <a:t>The current period demonstrates exceptional business momentum, marked by a substantial 13.6% revenue increase to $1,250,000, driven by both a growing customer base and increased spending per customer. The most significant business opportunity lies in optimizing our highly efficient customer acquisition funnel further, building on the 10.7% reduction in CAC and 12.0% improvement in conversion rate, to scale profitable growth. The main performance drivers are the simultaneous growth in Average Order Value and the number of orders, indicating strong product-market fit and effective sales strategies.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E75B6"/>
                </a:solidFill>
              </a:defRPr>
            </a:pPr>
            <a:r>
              <a:t>Key Performance Indicators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E75B6"/>
                </a:solidFill>
              </a:defRPr>
            </a:pPr>
            <a:r>
              <a:t>Key Insights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75B6"/>
                </a:solidFill>
              </a:defRPr>
            </a:pPr>
            <a:r>
              <a:t>Key Business Insights: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Total revenue experienced a significant uplift, growing by a robust 13.6% from $1,100,000 in the previous period to $1,250,000 in the current period, indicating strong overall business performance and market demand for our offerings.</a:t>
            </a:r>
          </a:p>
          <a:p>
            <a:pPr>
              <a:spcAft>
                <a:spcPts val="1200"/>
              </a:spcAft>
            </a:pPr>
          </a:p>
          <a:p>
            <a:pPr>
              <a:defRPr sz="1800" b="1">
                <a:solidFill>
                  <a:srgbClr val="2E75B6"/>
                </a:solidFill>
              </a:defRPr>
            </a:pPr>
            <a:r>
              <a:t>Strategic Recommendations: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Given the positive trend in Average Order Value (AOV) to $62.50, it is recommended to implement targeted cross-selling and upselling initiatives to further maximize revenue per transaction, such as personalized product bundles or premium service offerings at checkout.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Next Steps &amp; Action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Key Action Items for Next Quarter:</a:t>
            </a:r>
          </a:p>
          <a:p>
            <a:pPr algn="l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Given the positive trend in Average Order Value (AOV) to $62.50, it is recommended to implement targeted cross-selling and upselling initiatives to further maximize revenue per transaction, such as personalized product bundles or premium service offerings at checkout.</a:t>
            </a:r>
          </a:p>
          <a:p>
            <a:pPr algn="l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Continue monitoring business metrics for optimization opportunities</a:t>
            </a:r>
          </a:p>
          <a:p>
            <a:pPr algn="l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Continue monitoring business metrics for optimization opportunities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